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Fractional Real Estate, Built for Liquidity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Small tickets. Real yield. Real exits.</a:t>
            </a:r>
          </a:p>
          <a:p/>
          <a:p>
            <a:r>
              <a:t>Founder: [Your Name]</a:t>
            </a:r>
          </a:p>
          <a:p>
            <a:r>
              <a:t>Company: [Company Name]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High capital requirements</a:t>
            </a:r>
          </a:p>
          <a:p>
            <a:r>
              <a:t>• Capital locked for years</a:t>
            </a:r>
          </a:p>
          <a:p>
            <a:r>
              <a:t>• No real liquidity</a:t>
            </a:r>
          </a:p>
          <a:p>
            <a:r>
              <a:t>• Exit depends on full property sale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Insight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Liquidity should not depend on selling the property</a:t>
            </a:r>
          </a:p>
          <a:p>
            <a:r>
              <a:t>• Ownership can be traded independently</a:t>
            </a:r>
          </a:p>
          <a:p>
            <a:r>
              <a:t>• Asset value remains stable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Share-based real estate marketplace</a:t>
            </a:r>
          </a:p>
          <a:p>
            <a:r>
              <a:t>• Fixed shares per property</a:t>
            </a:r>
          </a:p>
          <a:p>
            <a:r>
              <a:t>• Built-in secondary market</a:t>
            </a:r>
          </a:p>
          <a:p>
            <a:r>
              <a:t>• Ledger-backed ownership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Owner lists property</a:t>
            </a:r>
          </a:p>
          <a:p>
            <a:r>
              <a:t>2. Shares are issued</a:t>
            </a:r>
          </a:p>
          <a:p>
            <a:r>
              <a:t>3. Investors buy fractional shares</a:t>
            </a:r>
          </a:p>
          <a:p>
            <a:r>
              <a:t>4. Yield distribution (Phase 2)</a:t>
            </a:r>
          </a:p>
          <a:p>
            <a:r>
              <a:t>5. Exit via secondary market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 – Property Listing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[DEMO SCREENSHOT PLACEHOLDER]</a:t>
            </a:r>
          </a:p>
          <a:p/>
          <a:p>
            <a:r>
              <a:t>Insert screenshot: Property listing creation &amp; publish flow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 – Fractional Investing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[DEMO SCREENSHOT PLACEHOLDER]</a:t>
            </a:r>
          </a:p>
          <a:p/>
          <a:p>
            <a:r>
              <a:t>Insert screenshot: Buying shares &amp; portfolio view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 – Secondary Marketplace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[DEMO SCREENSHOT PLACEHOLDER]</a:t>
            </a:r>
          </a:p>
          <a:p/>
          <a:p>
            <a:r>
              <a:t>Insert screenshot: Sell order &amp; share transfer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Phase 1 (Done): Marketplace MVP</a:t>
            </a:r>
          </a:p>
          <a:p>
            <a:r>
              <a:t>Phase 2: Payments, Yield, Compliance</a:t>
            </a:r>
          </a:p>
          <a:p>
            <a:r>
              <a:t>Phase 3: New asset classes &amp; white-label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Vision &amp; 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Building the stock market for real assets</a:t>
            </a:r>
          </a:p>
          <a:p/>
          <a:p>
            <a:r>
              <a:t>Seeking:</a:t>
            </a:r>
          </a:p>
          <a:p>
            <a:r>
              <a:t>• Strategic investors</a:t>
            </a:r>
          </a:p>
          <a:p>
            <a:r>
              <a:t>• Pilot partners</a:t>
            </a:r>
          </a:p>
          <a:p>
            <a:r>
              <a:t>• Early adopters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