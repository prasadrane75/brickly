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 snapToObjects="1">
      <p:cViewPr varScale="1">
        <p:scale>
          <a:sx n="104" d="100"/>
          <a:sy n="104" d="100"/>
        </p:scale>
        <p:origin x="92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Fractional Real Estate, Built for Liquidity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tickets. Real yield. Real exits.</a:t>
            </a:r>
          </a:p>
          <a:p>
            <a:endParaRPr/>
          </a:p>
          <a:p>
            <a:r>
              <a:t>Founder: [Your Name]</a:t>
            </a:r>
          </a:p>
          <a:p>
            <a:r>
              <a:t>Company: [Company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capital requirements</a:t>
            </a:r>
          </a:p>
          <a:p>
            <a:pPr marL="0" indent="0">
              <a:buNone/>
            </a:pPr>
            <a:r>
              <a:rPr dirty="0"/>
              <a:t>• Capital locked for years</a:t>
            </a:r>
          </a:p>
          <a:p>
            <a:pPr marL="0" indent="0">
              <a:buNone/>
            </a:pPr>
            <a:r>
              <a:rPr dirty="0"/>
              <a:t>• No real liquidity</a:t>
            </a:r>
          </a:p>
          <a:p>
            <a:pPr marL="0" indent="0">
              <a:buNone/>
            </a:pPr>
            <a:r>
              <a:rPr dirty="0"/>
              <a:t>• Exit depends on full property sale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Liquidity should not depend on selling the property</a:t>
            </a:r>
          </a:p>
          <a:p>
            <a:pPr marL="0" indent="0">
              <a:buNone/>
            </a:pPr>
            <a:r>
              <a:rPr dirty="0"/>
              <a:t>• Ownership can be traded independently</a:t>
            </a:r>
          </a:p>
          <a:p>
            <a:pPr marL="0" indent="0">
              <a:buNone/>
            </a:pPr>
            <a:r>
              <a:rPr dirty="0"/>
              <a:t>• Asset value remains stable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Share-based real estate marketplace</a:t>
            </a:r>
          </a:p>
          <a:p>
            <a:pPr marL="0" indent="0">
              <a:buNone/>
            </a:pPr>
            <a:r>
              <a:rPr dirty="0"/>
              <a:t>• Fixed shares per property</a:t>
            </a:r>
          </a:p>
          <a:p>
            <a:pPr marL="0" indent="0">
              <a:buNone/>
            </a:pPr>
            <a:r>
              <a:rPr dirty="0"/>
              <a:t>• Built-in secondary market</a:t>
            </a:r>
          </a:p>
          <a:p>
            <a:pPr marL="0" indent="0">
              <a:buNone/>
            </a:pPr>
            <a:r>
              <a:rPr dirty="0"/>
              <a:t>• Ledger-backed ownership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Owner lists property</a:t>
            </a:r>
          </a:p>
          <a:p>
            <a:r>
              <a:rPr dirty="0"/>
              <a:t>2. Shares are issued</a:t>
            </a:r>
          </a:p>
          <a:p>
            <a:r>
              <a:rPr dirty="0"/>
              <a:t>3. Investors buy fractional shares</a:t>
            </a:r>
          </a:p>
          <a:p>
            <a:r>
              <a:rPr dirty="0"/>
              <a:t>4. Yield distribution (Phase 2)</a:t>
            </a:r>
          </a:p>
          <a:p>
            <a:r>
              <a:rPr dirty="0"/>
              <a:t>5. Exit via secondary 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– Property Listing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[DEMO SCREENSHOT PLACEHOLDER]</a:t>
            </a:r>
          </a:p>
          <a:p>
            <a:endParaRPr dirty="0"/>
          </a:p>
          <a:p>
            <a:r>
              <a:rPr dirty="0"/>
              <a:t>Insert screenshot: Property listing creation &amp; publish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– Fractional Investing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[DEMO SCREENSHOT PLACEHOLDER]</a:t>
            </a:r>
          </a:p>
          <a:p>
            <a:endParaRPr/>
          </a:p>
          <a:p>
            <a:r>
              <a:t>Insert screenshot: Buying shares &amp; portfolio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– Secondary Marketplace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[DEMO SCREENSHOT PLACEHOLDER]</a:t>
            </a:r>
          </a:p>
          <a:p>
            <a:endParaRPr/>
          </a:p>
          <a:p>
            <a:r>
              <a:t>Insert screenshot: Sell order &amp; share transfer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(Done): Marketplace MVP</a:t>
            </a:r>
          </a:p>
          <a:p>
            <a:r>
              <a:t>Phase 2: Payments, Yield, Compliance</a:t>
            </a:r>
          </a:p>
          <a:p>
            <a:r>
              <a:t>Phase 3: New asset classes &amp; white-label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Building the stock market for real assets</a:t>
            </a:r>
          </a:p>
          <a:p>
            <a:endParaRPr dirty="0"/>
          </a:p>
          <a:p>
            <a:r>
              <a:rPr dirty="0"/>
              <a:t>Seeking:</a:t>
            </a:r>
          </a:p>
          <a:p>
            <a:pPr marL="457200" lvl="1" indent="0">
              <a:buNone/>
            </a:pPr>
            <a:r>
              <a:rPr dirty="0"/>
              <a:t>• Strategic investors</a:t>
            </a:r>
          </a:p>
          <a:p>
            <a:pPr marL="457200" lvl="1" indent="0">
              <a:buNone/>
            </a:pPr>
            <a:r>
              <a:rPr dirty="0"/>
              <a:t>• Pilot partners</a:t>
            </a:r>
          </a:p>
          <a:p>
            <a:pPr marL="457200" lvl="1" indent="0">
              <a:buNone/>
            </a:pPr>
            <a:r>
              <a:rPr dirty="0"/>
              <a:t>• Early adopters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7140</TotalTime>
  <Words>224</Words>
  <Application>Microsoft Macintosh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Fractional Real Estate, Built for Liquidity</vt:lpstr>
      <vt:lpstr>The Problem</vt:lpstr>
      <vt:lpstr>The Insight</vt:lpstr>
      <vt:lpstr>The Solution</vt:lpstr>
      <vt:lpstr>How It Works</vt:lpstr>
      <vt:lpstr>Live Demo – Property Listing</vt:lpstr>
      <vt:lpstr>Live Demo – Fractional Investing</vt:lpstr>
      <vt:lpstr>Live Demo – Secondary Marketplace</vt:lpstr>
      <vt:lpstr>Roadmap</vt:lpstr>
      <vt:lpstr>Vision &amp; Ask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Prasad Rane</cp:lastModifiedBy>
  <cp:revision>2</cp:revision>
  <dcterms:created xsi:type="dcterms:W3CDTF">2013-01-27T09:14:16Z</dcterms:created>
  <dcterms:modified xsi:type="dcterms:W3CDTF">2026-02-03T20:13:42Z</dcterms:modified>
  <cp:category/>
</cp:coreProperties>
</file>